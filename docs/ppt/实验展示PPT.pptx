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《开源软件与新技术》</a:t>
            </a:r>
          </a:p>
          <a:p>
            <a:pPr>
              <a:defRPr sz="2500" b="1">
                <a:solidFill>
                  <a:srgbClr val="FFFFFF"/>
                </a:solidFill>
                <a:latin typeface="微软雅黑"/>
              </a:defRPr>
            </a:pPr>
            <a:r>
              <a:t>实验03 容器化短网址服务系统</a:t>
            </a:r>
          </a:p>
          <a:p>
            <a:pPr>
              <a:defRPr sz="1300" b="0">
                <a:solidFill>
                  <a:srgbClr val="DDDDFF"/>
                </a:solidFill>
                <a:latin typeface="微软雅黑"/>
              </a:defRPr>
            </a:pPr>
            <a:r>
              <a:t>课程实验成品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2011680"/>
            <a:ext cx="6583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/>
              </a:defRPr>
            </a:pPr>
            <a:r>
              <a:t>实验03 容器化短网址服务系统</a:t>
            </a:r>
          </a:p>
          <a:p>
            <a:pPr>
              <a:defRPr sz="1500" b="0">
                <a:solidFill>
                  <a:srgbClr val="64748B"/>
                </a:solidFill>
                <a:latin typeface="微软雅黑"/>
              </a:defRPr>
            </a:pPr>
            <a:r>
              <a:t>Shlink 5.1.6 + PostgreSQL 16 + 自建 Flask 管理台，完成短链生成 / 跳转 / 统计闭环</a:t>
            </a:r>
          </a:p>
          <a:p>
            <a:pPr>
              <a:defRPr sz="10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defRPr sz="1400" b="1">
                <a:solidFill>
                  <a:srgbClr val="4F46E5"/>
                </a:solidFill>
                <a:latin typeface="微软雅黑"/>
              </a:defRPr>
            </a:pPr>
            <a:r>
              <a:t>王锐兵（软件2304，学号 23110506126）</a:t>
            </a:r>
          </a:p>
          <a:p>
            <a:pPr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仓库：github.com/remchang/shlink-shorturl-platform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1. 解决什么实际问题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课程作业、实验报告里的长链接又长又容易写错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想统计「到底有没有人点开过」，完全没数据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公网短链服务要注册，还把访问数据交给第三方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目标：一个能自己控制、离线可用的短链服务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课内用途为主，所以长 URL 白名单只放开本机地址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2. 用了哪个开源项目、固定在哪个版本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上游：shlinkio/shlink（MIT）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固定版本：5.1.6 —— 不用 stable / latest，那两个标签会移动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数据库：postgres:16.14-alpine（也是固定小版本）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参考：docker/awesome-compose（CC0-1.0），只学多服务编排结构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镜像标签都写死，拉取的版本必须和验证过的一致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版本固定是可复现部署的前提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3. 基线是什么样 vs 我改了什么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上游只提供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REST API + Swagger 文档页，没有可用的管理界面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支持很宽的协议范围，不做域名白名单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我自己实现的（8 项）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Flask 管理台：列表、统计、二维码、删除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长 URL 协议 + 域名白名单强制校验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短码冲突的友好提示（把 400 翻译成 409 + 中文）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有效期天数与 365 天上限、按 IP 的创建频率限制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Dockerfile、Compose、健康检查、一键脚本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自主功能 3 项：二维码 / 有效期 / 限流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4. 自主功能与设计理由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① 二维码生成与下载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二维码内容是**短链**不是长链，保证扫码访问也进统计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② 短链有效期 + 365 天上限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上限是上游没有的规则，越界在我们自己的校验层就被拦下，不会打到 Shlink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③ 按 IP 的创建频率限制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**非法请求也计数**，否则攻击者用垃圾请求白嫖配额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EF4444"/>
                </a:solidFill>
                <a:latin typeface="微软雅黑"/>
              </a:defRPr>
            </a:pPr>
            <a:r>
              <a:t>局限：计数在进程内存，所以 gunicorn 固定 --workers 1；重启清零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自主功能必须真实调用 API，不能只摆个控件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5. 核心流程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输入长网址 → 短链生成 → 访问跳转 → 统计查询 → 容器重建后数据仍在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架构上的三个关键决定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浏览器**不持有** X-Api-Key，由服务端代发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短链跳转**不经过** Web 服务，直接打 Shlink（统计更准、少一跳）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数据放命名卷，容器和镜像随便重建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统计口径（容易吵起来的地方）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只有真实 GET 才计数，curl -I 发的是 HEAD 不算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访问记录异步落库，刚访问完数字不变是正常的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这三点是报告里最该讲清楚的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6. 一段代码 + 一项测试结果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白名单为什么不能用 startswith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用 startswith 会挡住 www.baidu.com，但放过 evil-localhost.com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改成按 hostname 等于或子域比对，并加了反例测试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测试结果（真实执行）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pytest tests -q → **68 passed in 6.90s**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覆盖：校验层 25 条、限流 6 条、Web 接口与安全边界 37 条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10B981"/>
                </a:solidFill>
                <a:latin typeface="微软雅黑"/>
              </a:defRPr>
            </a:pPr>
            <a:r>
              <a:t>测试跑在假 Shlink 客户端上，**不需要 Docker 就能跑通**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「可重复测试」的前提是想清楚别人有没有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7. 问题、取舍与未解决风险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开发机没有安装 Docker —— 容器启动、重建持久化、部署测试脚本都没有实跑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已实测的只有 pytest 的 68 条；未实测部分在文档里全部标了标记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取舍：限流为什么不用 Redis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多一个 Redis 就多一份资源开销和故障面，单机场景进程内够用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选择「明确标注局限」而不是「硬上 Redis」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还没解决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「按来源/按日期」只统计最近 50 条访问记录，不是全量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列表搜索是前端过滤当前页，不是服务端全量搜索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能说清边界的不完美方案，比说不清边界的完美方案更适合交作业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8. 开发计划与 Git 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8 个非合并提交，覆盖五类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chore(baseline) 固定版本与密钥模板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feat(web) 校验层 + Shlink 客户端 + 管理台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feat(ext) 二维码 / 有效期 / 限流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feat(compose) 三服务编排与健康检查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test(tests) 68 条 pytest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feat(scripts) 启动/停止/备份/恢复/清理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docs README / 接口表 / 测试记录 / 实验报告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证据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4 个 Issue，特性分支 feature/shortlink-extension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PR #5 已合并，合并前做了自我 Code Review（12 项清单）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教师看的是 PR、自审记录、Issue 和 Commit，不是只有报告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9. 后续改进方向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限流换 Redis 或交给网关，解决多 worker 失效问题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统计改到 SQL 层聚合，覆盖全量而不是最近 50 条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搜索改成服务端全量搜索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补一个真正的自动化集成测试环境（有 Docker 的机器上跑）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对外发布前把白名单从 localhost 改成真实可达目标，并补 SSRF 防护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首要改进是找一台有 Docker 的机器把未实测的部分补上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